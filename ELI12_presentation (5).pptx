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7" d="100"/>
          <a:sy n="77" d="100"/>
        </p:scale>
        <p:origin x="72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162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
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
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
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
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
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
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
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
]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2F81F7">
              <a:alpha val="65000"/>
            </a:srgbClr>
          </a:solidFill>
          <a:ln w="12700">
            <a:solidFill>
              <a:srgbClr val="2F81F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57400"/>
            <a:ext cx="1109441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 Like I’m 12 (ELI12)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9260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mini-tutor: simplify → key terms → examples → mini-quiz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5852160" cy="210312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33045"/>
            </a:solidFill>
            <a:prstDash val="solid"/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3931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343400"/>
            <a:ext cx="5486400" cy="1341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a textbook paragraph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a simplified explanation (levels)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key terms + glossary + quiz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/ download results for study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75120" y="3749040"/>
            <a:ext cx="4967935" cy="210312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33045"/>
            </a:solidFill>
            <a:prstDash val="solid"/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95160" y="3931920"/>
            <a:ext cx="4647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95160" y="4343400"/>
            <a:ext cx="4647895" cy="1127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Students who struggle with dense text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Quick self-check before tests</a:t>
            </a:r>
            <a:endParaRPr lang="en-US" sz="1400" dirty="0"/>
          </a:p>
          <a:p>
            <a:pPr marL="160020" indent="-160020">
              <a:buSzPct val="100000"/>
              <a:buChar char="•"/>
            </a:pPr>
            <a:r>
              <a:rPr lang="en-US" sz="14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classroom / low internet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Textbooks are dense; students need fast clarity and self-check.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272888" cy="49834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33045"/>
            </a:solidFill>
            <a:prstDash val="solid"/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37360"/>
            <a:ext cx="463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Pain points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4632808" cy="149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sentences + unfamiliar terms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find the “main idea” quickly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instant practice to confirm understanding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Internet/API access is not always available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70168" y="1508760"/>
            <a:ext cx="5272888" cy="498348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33045"/>
            </a:solidFill>
            <a:prstDash val="solid"/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90208" y="1737360"/>
            <a:ext cx="463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students want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90208" y="2103120"/>
            <a:ext cx="4632808" cy="149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 in seconds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Glossary of key terms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Real-life examples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Mini-quiz + suggested answers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lightweight offline “mini-tutor” that turns text into understanding.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02154" cy="8229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33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039112"/>
            <a:ext cx="22363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Paste 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22363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paragraph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0794" y="2103120"/>
            <a:ext cx="228600" cy="365760"/>
          </a:xfrm>
          <a:prstGeom prst="rightArrow">
            <a:avLst/>
          </a:prstGeom>
          <a:solidFill>
            <a:srgbClr val="233045"/>
          </a:solidFill>
          <a:ln w="12700">
            <a:solidFill>
              <a:srgbClr val="23304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79394" y="1874520"/>
            <a:ext cx="2602154" cy="822960"/>
          </a:xfrm>
          <a:prstGeom prst="roundRect">
            <a:avLst/>
          </a:prstGeom>
          <a:solidFill>
            <a:srgbClr val="2F81F7"/>
          </a:solidFill>
          <a:ln w="12700">
            <a:solidFill>
              <a:srgbClr val="2330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2274" y="2039112"/>
            <a:ext cx="22363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2274" y="2331720"/>
            <a:ext cx="22363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1–3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1548" y="2103120"/>
            <a:ext cx="228600" cy="365760"/>
          </a:xfrm>
          <a:prstGeom prst="rightArrow">
            <a:avLst/>
          </a:prstGeom>
          <a:solidFill>
            <a:srgbClr val="233045"/>
          </a:solidFill>
          <a:ln w="12700">
            <a:solidFill>
              <a:srgbClr val="2330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0148" y="1874520"/>
            <a:ext cx="2602154" cy="8229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330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93028" y="2039112"/>
            <a:ext cx="22363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terms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93028" y="2331720"/>
            <a:ext cx="22363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glossary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12301" y="2103120"/>
            <a:ext cx="228600" cy="365760"/>
          </a:xfrm>
          <a:prstGeom prst="rightArrow">
            <a:avLst/>
          </a:prstGeom>
          <a:solidFill>
            <a:srgbClr val="233045"/>
          </a:solidFill>
          <a:ln w="12700">
            <a:solidFill>
              <a:srgbClr val="2330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040901" y="1874520"/>
            <a:ext cx="2602154" cy="8229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330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23781" y="2039112"/>
            <a:ext cx="223639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223781" y="2331720"/>
            <a:ext cx="223639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self-check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2971800"/>
            <a:ext cx="11094415" cy="352044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33045"/>
            </a:solidFill>
            <a:prstDash val="solid"/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320040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it’s useful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3566160"/>
            <a:ext cx="1045433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Turns “I don’t get it” into a clear main idea + steps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Highlights key terms (study vocabulary fast)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Adds examples to connect theory with real life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+ suggested answers to verify understanding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offline (no external APIs required)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Single-page web app (GitHub Pages).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94415" cy="51663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33045"/>
            </a:solidFill>
            <a:prstDash val="solid"/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3736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view</a:t>
            </a:r>
            <a:endParaRPr lang="en-US" sz="1400" dirty="0"/>
          </a:p>
        </p:txBody>
      </p:sp>
      <p:pic>
        <p:nvPicPr>
          <p:cNvPr id="7" name="Image 0" descr="/mnt/data/ea1cb943-d470-4023-8208-51ee9df36c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8203" y="2103120"/>
            <a:ext cx="8675288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Features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Designed for fast comprehension + quick self-check.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272888" cy="51663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33045"/>
            </a:solidFill>
            <a:prstDash val="solid"/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37360"/>
            <a:ext cx="463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workflow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463280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Pick a demo or paste a paragraph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simplified explanation (level 1–3)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See key terms + glossary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examples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mini-quiz (with suggested answers)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70168" y="1508760"/>
            <a:ext cx="5272888" cy="51663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33045"/>
            </a:solidFill>
            <a:prstDash val="solid"/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90208" y="1737360"/>
            <a:ext cx="463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Convenience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90208" y="2103120"/>
            <a:ext cx="4632808" cy="149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Copy results for notes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Download results as .txt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 offline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Single page, fast UI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it works (Tech)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Lightweight heuristics—no external AI required for MVP.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94415" cy="51663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33045"/>
            </a:solidFill>
            <a:prstDash val="solid"/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3736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(offline)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10454335" cy="585216"/>
          </a:xfrm>
          <a:prstGeom prst="roundRect">
            <a:avLst/>
          </a:prstGeom>
          <a:solidFill>
            <a:srgbClr val="0E1522"/>
          </a:solidFill>
          <a:ln w="12700">
            <a:solidFill>
              <a:srgbClr val="2330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26771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preprocessing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2267712"/>
            <a:ext cx="7208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 whitespace, sentence split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2761488"/>
            <a:ext cx="10454335" cy="585216"/>
          </a:xfrm>
          <a:prstGeom prst="roundRect">
            <a:avLst/>
          </a:prstGeom>
          <a:solidFill>
            <a:srgbClr val="0E1522"/>
          </a:solidFill>
          <a:ln w="12700">
            <a:solidFill>
              <a:srgbClr val="2330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9260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 detection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2926080"/>
            <a:ext cx="7208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Keyword hints: Biology / Chemistry / Physics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3419856"/>
            <a:ext cx="10454335" cy="585216"/>
          </a:xfrm>
          <a:prstGeom prst="roundRect">
            <a:avLst/>
          </a:prstGeom>
          <a:solidFill>
            <a:srgbClr val="0E1522"/>
          </a:solidFill>
          <a:ln w="12700">
            <a:solidFill>
              <a:srgbClr val="23304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5844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Hard-word detection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3584448"/>
            <a:ext cx="7208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Length + suffix rules (e.g., “-ция”, “-изм”, “-ness”)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68680" y="4078224"/>
            <a:ext cx="10454335" cy="585216"/>
          </a:xfrm>
          <a:prstGeom prst="roundRect">
            <a:avLst/>
          </a:prstGeom>
          <a:solidFill>
            <a:srgbClr val="2F81F7"/>
          </a:solidFill>
          <a:ln w="12700">
            <a:solidFill>
              <a:srgbClr val="2330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242816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Simplification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931920" y="4242816"/>
            <a:ext cx="7208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Replace connectors (“however”→“but”), shorten &amp; rephrase by level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68680" y="4736592"/>
            <a:ext cx="10454335" cy="585216"/>
          </a:xfrm>
          <a:prstGeom prst="roundRect">
            <a:avLst/>
          </a:prstGeom>
          <a:solidFill>
            <a:srgbClr val="0E1522"/>
          </a:solidFill>
          <a:ln w="12700">
            <a:solidFill>
              <a:srgbClr val="2330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4901184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outputs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931920" y="4901184"/>
            <a:ext cx="7208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terms + glossary + examples + quiz + suggested answers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study tool that works even with limited connectivity.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272888" cy="51663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33045"/>
            </a:solidFill>
            <a:prstDash val="solid"/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37360"/>
            <a:ext cx="463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4632808" cy="149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tests: quick recap + quiz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Homework: understand the main idea faster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Vocabulary: learn key terms from paragraphs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classroom / rural internet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70168" y="1508760"/>
            <a:ext cx="5272888" cy="51663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33045"/>
            </a:solidFill>
            <a:prstDash val="solid"/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690208" y="1737360"/>
            <a:ext cx="46328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90208" y="2103120"/>
            <a:ext cx="4632808" cy="1493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frustration, faster comprehension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retention via examples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Self-check with suggested answers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to share/export study notes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 w="12700">
            <a:solidFill>
              <a:srgbClr val="0B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944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6EDF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we’ll improve next (post-hackathon).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94415" cy="5166360"/>
          </a:xfrm>
          <a:prstGeom prst="roundRect">
            <a:avLst/>
          </a:prstGeom>
          <a:solidFill>
            <a:srgbClr val="121826"/>
          </a:solidFill>
          <a:ln w="12700">
            <a:solidFill>
              <a:srgbClr val="233045"/>
            </a:solidFill>
            <a:prstDash val="solid"/>
          </a:ln>
          <a:effectLst>
            <a:outerShdw blurRad="76200" dist="25400" dir="27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737360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A4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iterations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10454335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simplification (more robust language rules)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Better personalization (age/grade toggle)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 mode: generate worksheets &amp; track progress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Multilingual packs (RU/KZ/EN)</a:t>
            </a:r>
            <a:endParaRPr lang="en-US" sz="1600" dirty="0"/>
          </a:p>
          <a:p>
            <a:pPr marL="182880" indent="-182880">
              <a:buSzPct val="100000"/>
              <a:buChar char="•"/>
            </a:pPr>
            <a:r>
              <a:rPr lang="en-US" sz="1600" dirty="0">
                <a:solidFill>
                  <a:srgbClr val="E6ED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AI mode (when internet is available)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989320"/>
            <a:ext cx="11094415" cy="640080"/>
          </a:xfrm>
          <a:prstGeom prst="roundRect">
            <a:avLst/>
          </a:prstGeom>
          <a:solidFill>
            <a:srgbClr val="2F81F7"/>
          </a:solidFill>
          <a:ln w="12700">
            <a:solidFill>
              <a:srgbClr val="2F81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6144768"/>
            <a:ext cx="104543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demo: GitHub Pages • Repo: GitHub • Video: YouTube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</Words>
  <Application>Microsoft Office PowerPoint</Application>
  <PresentationFormat>Широкоэкранный</PresentationFormat>
  <Paragraphs>105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ELI12 Team</dc:creator>
  <cp:lastModifiedBy>Асанали</cp:lastModifiedBy>
  <cp:revision>1</cp:revision>
  <dcterms:created xsi:type="dcterms:W3CDTF">2026-02-15T16:28:30Z</dcterms:created>
  <dcterms:modified xsi:type="dcterms:W3CDTF">2026-02-15T16:33:19Z</dcterms:modified>
</cp:coreProperties>
</file>